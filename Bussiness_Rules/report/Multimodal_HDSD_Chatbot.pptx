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8" r:id="rId7"/>
    <p:sldId id="260" r:id="rId8"/>
    <p:sldId id="261" r:id="rId9"/>
    <p:sldId id="262" r:id="rId10"/>
    <p:sldId id="263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434" y="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A81AEDC-718A-BF47-A110-D167FF1931FE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DB9CC1D-5CF5-DBFE-6741-538B01A1E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5FDFEC-F605-42CF-DA4A-3307AE3F3B81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D05D9BE-E620-F202-A55C-8CC22BAC8F07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C9CE85-A131-152A-E9C1-93CB8A63B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D59F82-B457-9306-501D-18D3CBA0B580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2C4449A-F016-E19F-EB8F-B0094C1FA754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5F0E39E-6936-5A10-FBE6-7F063A7A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27992D-88C6-01EB-913B-25A66BC4515E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76D852-4B8D-4A0D-F429-FBE4B51DD203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9C26365-152F-A66A-FA76-AF3957574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16AA63-379E-07B9-FE71-A4E789B19836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0C7813-BAAA-273A-03DF-F799AF49360E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836BD6-CB4A-FE09-79BB-86EF5B8AD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7F83F5-82EE-08EF-B07A-538C92FA4ECD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4989-A03C-B227-9255-32EF5544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2C0256-6C8C-64D4-1E06-598D397E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76199"/>
            <a:ext cx="9296400" cy="902196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346369-4390-5864-0C66-FD4D3F484A9C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217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CEC50A-0602-69B5-AFE2-45F05AB60CC1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7C90CFC-B769-90A4-249E-1E9723D3B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329B46-488D-39CD-D28D-21BCD572AE26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10854C-A4D2-E588-7D4B-EA80A1983DC2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6CECE3-99BC-42EA-C84D-E0C75E848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F6DEEE-B002-8D2B-C47B-F288BF220586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4A79784-A233-B305-A6F2-9C71FB1132A2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632FF2E-14E2-0205-ED0C-308512C3C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7D6649-B555-4B61-F933-A81D915BB18F}"/>
              </a:ext>
            </a:extLst>
          </p:cNvPr>
          <p:cNvSpPr/>
          <p:nvPr/>
        </p:nvSpPr>
        <p:spPr>
          <a:xfrm>
            <a:off x="15671800" y="8686800"/>
            <a:ext cx="5842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2B41606-0CB8-656B-7694-CB6BC1D70478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5B88224-CEB5-4DD7-69CC-F46403F97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72547"/>
              <a:ext cx="1143000" cy="228601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68966F-A901-3EDD-2C1C-202203B21D50}"/>
              </a:ext>
            </a:extLst>
          </p:cNvPr>
          <p:cNvSpPr/>
          <p:nvPr/>
        </p:nvSpPr>
        <p:spPr>
          <a:xfrm>
            <a:off x="15595600" y="8686800"/>
            <a:ext cx="6604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253A1E-15A1-13BA-82E3-266F9BBA61EC}"/>
              </a:ext>
            </a:extLst>
          </p:cNvPr>
          <p:cNvSpPr/>
          <p:nvPr/>
        </p:nvSpPr>
        <p:spPr>
          <a:xfrm>
            <a:off x="15595600" y="8686800"/>
            <a:ext cx="6604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11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BBA88D-FAAA-830F-4781-8DEE7EBE20AF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CEBFBBA-DE06-FB71-E3D0-A106101F71EF}"/>
                </a:ext>
              </a:extLst>
            </p:cNvPr>
            <p:cNvGrpSpPr/>
            <p:nvPr/>
          </p:nvGrpSpPr>
          <p:grpSpPr>
            <a:xfrm>
              <a:off x="0" y="38100"/>
              <a:ext cx="16256000" cy="9067800"/>
              <a:chOff x="0" y="38100"/>
              <a:chExt cx="16256000" cy="9067800"/>
            </a:xfrm>
          </p:grpSpPr>
          <p:pic>
            <p:nvPicPr>
              <p:cNvPr id="2" name="Picture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8100"/>
                <a:ext cx="16256000" cy="9067800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C762012-A7E2-9ADE-9EF7-07942ACF6E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86000" y="8772547"/>
                <a:ext cx="1143000" cy="228601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C9176E1-76F9-99CF-6C71-F6B76309C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1400" y="7848600"/>
              <a:ext cx="2209800" cy="5011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</Words>
  <Application>Microsoft Office PowerPoint</Application>
  <PresentationFormat>Custom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Cao Anh Nato</cp:lastModifiedBy>
  <cp:revision>2</cp:revision>
  <dcterms:created xsi:type="dcterms:W3CDTF">2006-08-16T00:00:00Z</dcterms:created>
  <dcterms:modified xsi:type="dcterms:W3CDTF">2026-08-24T23:22:23Z</dcterms:modified>
</cp:coreProperties>
</file>